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ndaniirana/InternNova-Week6-Final-Data-Analytics-Project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ACDF5"/>
                </a:solidFill>
              </a:defRPr>
            </a:pPr>
            <a:r>
              <a:t>InternNova Week 6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</a:defRPr>
            </a:pPr>
            <a:r>
              <a:t>Final Data Analytics Project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End-to-end analysis • EDA • Visualization • Power BI •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Nandani Rana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7E1"/>
                </a:solidFill>
              </a:defRPr>
            </a:pPr>
            <a:r>
              <a:t>InternNova Internship • Week 6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Build a complete, reproducible analytics workflow from raw data to business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383280" cy="15087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35607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Business Goal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Understand sales, profit, category and regional performance and identify actionable improvement areas.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383280" cy="15087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50876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35607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Analytical Approach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Prepare data → inspect quality → perform EDA → visualize patterns → build Power BI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83280" cy="150876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73152" cy="150876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435607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Delivery Goal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Document the work and maintain the project through meaningful Git commits and GitHub version control.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Use data rather than assumptions to identify performance patterns.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Translate findings into practical business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Demonstrate an end-to-end analytics and Git/GitHub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Superstore sales dataset used across the internship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4688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23444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344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Records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10,194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sales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34440"/>
            <a:ext cx="24688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73152" cy="123444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1344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Columns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21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business and transaction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24688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73152" cy="1234440"/>
          </a:xfrm>
          <a:prstGeom prst="rect">
            <a:avLst/>
          </a:prstGeom>
          <a:solidFill>
            <a:srgbClr val="2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344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Missing Values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0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after quality inspection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234440"/>
            <a:ext cx="246888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69680" y="1234440"/>
            <a:ext cx="73152" cy="1234440"/>
          </a:xfrm>
          <a:prstGeom prst="rect">
            <a:avLst/>
          </a:prstGeom>
          <a:solidFill>
            <a:srgbClr val="2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0848" y="1344168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Duplicates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0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duplicate rows 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10241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Inspected column names, data types and categorical fields.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Validated completeness and consistency before analysis.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Prepared the cleaned dataset for Python EDA and Power BI.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Kept the workflow reproducible by storing analytical files and outputs in the GitHub repository.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Key analytical findings from the cleaned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342900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152" cy="132588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984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Total Sales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$2.33M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dashboard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42900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73152" cy="132588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2984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Total Profit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$292.30K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overall profitability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2900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73152" cy="132588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298448"/>
            <a:ext cx="3063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Positive-Profit Transactions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80.71%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8,228 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7180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Sales–Profit correlation is approximately 0.48, indicating a moderate positive relationship.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Discount–Profit correlation is approximately −0.22, indicating that higher discounts are associated with weaker profitability.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Sales–Quantity correlation is approximately 0.20, showing a relatively weak positive relationship.</a:t>
            </a:r>
          </a:p>
          <a:p>
            <a:pPr>
              <a:spcAft>
                <a:spcPts val="1000"/>
              </a:spcAft>
              <a:defRPr sz="1700">
                <a:solidFill>
                  <a:srgbClr val="232A32"/>
                </a:solidFill>
              </a:defRPr>
            </a:pPr>
            <a:r>
              <a:t>• Monthly sales show substantial variation, with strong peaks toward the end of 2025 and into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Data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Five Python visualizations were created and stored with their source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78992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73152" cy="713232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252728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Monthly Sales Trend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Line chart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Tracks sales movement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75688"/>
            <a:ext cx="1078992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73152" cy="713232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85416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Sales by Product Category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Bar chart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Compares category-level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08376"/>
            <a:ext cx="1078992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008376"/>
            <a:ext cx="73152" cy="713232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118104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Profit by Product Category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Bar chart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Highlights profitability differences.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41064"/>
            <a:ext cx="1078992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941064"/>
            <a:ext cx="73152" cy="713232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050792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Sales by Region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Bar chart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Compares regional sales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73752"/>
            <a:ext cx="10789920" cy="713232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873752"/>
            <a:ext cx="73152" cy="713232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4983480"/>
            <a:ext cx="10424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Discount vs Profit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Scatter plot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Shows the relationship between discount and profit.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Interactive dashboard built with KPI cards, visuals and slicers.</a:t>
            </a:r>
          </a:p>
        </p:txBody>
      </p:sp>
      <p:pic>
        <p:nvPicPr>
          <p:cNvPr id="6" name="Picture 5" descr="b9fec310-0dea-4c4e-8bc1-be3fc3e1d4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2750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Business Insights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Turning analytical findings into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96012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207007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Insight 01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Technology leads category sales at approximately $0.84M.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097280"/>
            <a:ext cx="73152" cy="96012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207007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Insight 02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Office Supplies has the lowest category sales at approximately $0.73M.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286000"/>
            <a:ext cx="73152" cy="96012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Insight 03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Tables generate negative total profit of approximately −$17.75K.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28600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286000"/>
            <a:ext cx="73152" cy="96012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239572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Insight 04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West is the highest-sales region at approximately $0.74M.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73152" cy="96012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35844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Insight 05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Monthly sales peak at roughly $98K in December 2025.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47472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474720"/>
            <a:ext cx="73152" cy="960120"/>
          </a:xfrm>
          <a:prstGeom prst="rect">
            <a:avLst/>
          </a:prstGeom>
          <a:solidFill>
            <a:srgbClr val="2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58444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Recommendation 01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Prioritize Technology products and sustain investment in strong-performing areas.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73152" cy="960120"/>
          </a:xfrm>
          <a:prstGeom prst="rect">
            <a:avLst/>
          </a:prstGeom>
          <a:solidFill>
            <a:srgbClr val="2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477316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Recommendation 02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Review pricing and discount strategy for Tables to address negative profitability.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394960" cy="9601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663440"/>
            <a:ext cx="73152" cy="96012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773168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Decision Principle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Focus on profitable growth rather than sales volume alone.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7. Git &amp; GitHub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4980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Version-controlled project structure and meaningful commit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Repository created as a public GitHub project.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Local repository initialized/cloned and connected to the GitHub remote.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Work added through separate meaningful commits for EDA, visualizations, Power BI and insights.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Final repository contains Dataset, EDA, Visualizations, PowerBI, README and Insights/Recommendations.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232A32"/>
                </a:solidFill>
              </a:defRPr>
            </a:pPr>
            <a:r>
              <a:t>• The repository currently shows 8 commits on the main branch.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88620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543800" y="1417320"/>
            <a:ext cx="73152" cy="1325880"/>
          </a:xfrm>
          <a:prstGeom prst="rect">
            <a:avLst/>
          </a:prstGeom>
          <a:solidFill>
            <a:srgbClr val="2A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8" y="1527048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D50"/>
                </a:solidFill>
              </a:defRPr>
            </a:pPr>
            <a:r>
              <a:t>Repository</a:t>
            </a:r>
          </a:p>
          <a:p>
            <a:pPr>
              <a:spcBef>
                <a:spcPts val="400"/>
              </a:spcBef>
              <a:defRPr sz="2400" b="1">
                <a:solidFill>
                  <a:srgbClr val="232A32"/>
                </a:solidFill>
              </a:defRPr>
            </a:pPr>
            <a:r>
              <a:t>Public</a:t>
            </a:r>
          </a:p>
          <a:p>
            <a:pPr>
              <a:spcBef>
                <a:spcPts val="400"/>
              </a:spcBef>
              <a:defRPr sz="1100">
                <a:solidFill>
                  <a:srgbClr val="5F6973"/>
                </a:solidFill>
              </a:defRPr>
            </a:pPr>
            <a:r>
              <a:t>InternNova-Week6-Final-Data-Analytics-Project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301752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D50"/>
                </a:solidFill>
              </a:defRPr>
            </a:pPr>
            <a:r>
              <a:t>GitHub</a:t>
            </a:r>
          </a:p>
          <a:p>
            <a:pPr>
              <a:defRPr sz="1300">
                <a:solidFill>
                  <a:srgbClr val="2A70BE"/>
                </a:solidFill>
              </a:defRPr>
            </a:pPr>
            <a:r>
              <a:rPr>
                <a:hlinkClick r:id="rId2"/>
              </a:rPr>
              <a:t>github.com/nandaniirana/InternNova-Week6-Final-Data-Analytics-Project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</a:defRPr>
            </a:pPr>
            <a:r>
              <a:t>InternNova Week 6 • Nandani Rana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The project demonstrates a complete analytics pipeline from data preparation to business decision support.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EDA and visualizations revealed clear category, regional, time and profitability patterns.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Power BI converted the analysis into an interactive management dashboard.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Git/GitHub provides a reproducible and documented project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ACDF5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722</Words>
  <Application>Microsoft Office PowerPoint</Application>
  <PresentationFormat>Widescreen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Nandanii Rana</cp:lastModifiedBy>
  <cp:revision>1</cp:revision>
  <dcterms:created xsi:type="dcterms:W3CDTF">2013-01-27T09:14:16Z</dcterms:created>
  <dcterms:modified xsi:type="dcterms:W3CDTF">2026-09-11T16:01:22Z</dcterms:modified>
  <cp:category/>
</cp:coreProperties>
</file>